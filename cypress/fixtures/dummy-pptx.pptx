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415E-16D2-49D3-B94D-679DEAAB389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B03DC-C5CF-49A1-B984-DCCAA70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014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415E-16D2-49D3-B94D-679DEAAB389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B03DC-C5CF-49A1-B984-DCCAA70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14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415E-16D2-49D3-B94D-679DEAAB389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B03DC-C5CF-49A1-B984-DCCAA70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45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415E-16D2-49D3-B94D-679DEAAB389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B03DC-C5CF-49A1-B984-DCCAA70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071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415E-16D2-49D3-B94D-679DEAAB389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B03DC-C5CF-49A1-B984-DCCAA70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929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415E-16D2-49D3-B94D-679DEAAB389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B03DC-C5CF-49A1-B984-DCCAA70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81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415E-16D2-49D3-B94D-679DEAAB389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B03DC-C5CF-49A1-B984-DCCAA70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33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415E-16D2-49D3-B94D-679DEAAB389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B03DC-C5CF-49A1-B984-DCCAA70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6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415E-16D2-49D3-B94D-679DEAAB389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B03DC-C5CF-49A1-B984-DCCAA70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56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415E-16D2-49D3-B94D-679DEAAB389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B03DC-C5CF-49A1-B984-DCCAA70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722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7415E-16D2-49D3-B94D-679DEAAB389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B03DC-C5CF-49A1-B984-DCCAA70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1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7415E-16D2-49D3-B94D-679DEAAB3890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B03DC-C5CF-49A1-B984-DCCAA70F4C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7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70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WAYCOM</dc:creator>
  <cp:lastModifiedBy>WAYCOM</cp:lastModifiedBy>
  <cp:revision>1</cp:revision>
  <dcterms:created xsi:type="dcterms:W3CDTF">2025-12-07T09:07:54Z</dcterms:created>
  <dcterms:modified xsi:type="dcterms:W3CDTF">2025-12-07T09:08:14Z</dcterms:modified>
</cp:coreProperties>
</file>